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Roboto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1141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Movie Booking Application – Backend Architecture &amp; Logging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7909"/>
            <a:ext cx="75564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 Bhupesh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482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597229"/>
            <a:ext cx="7556421" cy="2557820"/>
          </a:xfrm>
          <a:prstGeom prst="roundRect">
            <a:avLst>
              <a:gd name="adj" fmla="val 372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8316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Core Features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322082"/>
            <a:ext cx="708755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registration &amp; login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514624" y="3741539"/>
            <a:ext cx="708755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Movie browsing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514624" y="4160996"/>
            <a:ext cx="708755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Ticket booking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514624" y="4580453"/>
            <a:ext cx="708755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 ticket management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381863"/>
            <a:ext cx="7556421" cy="1299448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6162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Scope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106716"/>
            <a:ext cx="708755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architecture and logging focus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2181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Technology Stack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270760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3064550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Java &amp; Spring Boot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3909298"/>
            <a:ext cx="2329815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Robust backend service framework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493" y="2270760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93493" y="3064550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MongoDB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893493" y="3554968"/>
            <a:ext cx="2329815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Document-oriented NoSQL database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6795" y="2270760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06795" y="3064550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Kafka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06795" y="3554968"/>
            <a:ext cx="2329815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logging streaming platform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5043249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80190" y="5837039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ELK Stack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6280190" y="6327458"/>
            <a:ext cx="2329815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 visualization and analytics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57213"/>
            <a:ext cx="7066121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Backend Architecture Diagram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136" y="1595557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26087" y="1798082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Client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2026087" y="2236113"/>
            <a:ext cx="11895177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 or API consumer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36" y="2811304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26087" y="3013829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Controller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2026087" y="3451860"/>
            <a:ext cx="11895177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Handles REST endpoints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4027051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26087" y="4229576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Service Layer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2026087" y="4667607"/>
            <a:ext cx="11895177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logic, Kafka logging here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5242798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26087" y="5445323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Repository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2026087" y="5883354"/>
            <a:ext cx="11895177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MongoDB data interaction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6458545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26087" y="6661071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MongoDB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2026087" y="7099102"/>
            <a:ext cx="11895177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NoSQL storage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967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Module Breakdown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725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Auth Module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453652"/>
            <a:ext cx="2845594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registration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73109"/>
            <a:ext cx="2845594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Login authentication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200406" y="38725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Movie Module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0406" y="4453652"/>
            <a:ext cx="2845594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 movie listings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607022" y="38725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Booking Module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07022" y="4453652"/>
            <a:ext cx="2845594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Ticket booking and confirmation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1013638" y="38725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Admin Module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013638" y="4453652"/>
            <a:ext cx="2845594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 seat availability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1013638" y="4873109"/>
            <a:ext cx="2845594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 and manage bookings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5203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MongoDB Schema &amp; API Workflow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80975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17306" y="28876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Entities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3378041"/>
            <a:ext cx="681930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017306" y="3797498"/>
            <a:ext cx="681930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Movie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017306" y="4216956"/>
            <a:ext cx="681930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Booking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280190" y="501074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17306" y="50886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API Booking Flow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017306" y="5579031"/>
            <a:ext cx="681930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Controller receives request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017306" y="5998488"/>
            <a:ext cx="681930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 processes business logic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017306" y="6417945"/>
            <a:ext cx="681930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Repository interfaces with MongoDB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017306" y="6837402"/>
            <a:ext cx="681930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Logs sent to Kafka topic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75542"/>
            <a:ext cx="67129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Kafka + ELK Logging Flow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524482"/>
            <a:ext cx="170021" cy="830580"/>
          </a:xfrm>
          <a:prstGeom prst="roundRect">
            <a:avLst>
              <a:gd name="adj" fmla="val 5603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03973" y="25244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Kafka Producer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03973" y="3014901"/>
            <a:ext cx="704623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Sends service layer logs to Kafka topics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133951" y="3581876"/>
            <a:ext cx="170021" cy="830580"/>
          </a:xfrm>
          <a:prstGeom prst="roundRect">
            <a:avLst>
              <a:gd name="adj" fmla="val 5603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4134" y="35818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Logstash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44134" y="4072295"/>
            <a:ext cx="670607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Reads from Kafka, filters and processes logs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474232" y="4639270"/>
            <a:ext cx="170021" cy="830580"/>
          </a:xfrm>
          <a:prstGeom prst="roundRect">
            <a:avLst>
              <a:gd name="adj" fmla="val 5603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84415" y="46392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Elasticsearch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984415" y="5129689"/>
            <a:ext cx="636579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Stores indexed logs for search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814513" y="5696664"/>
            <a:ext cx="170021" cy="830580"/>
          </a:xfrm>
          <a:prstGeom prst="roundRect">
            <a:avLst>
              <a:gd name="adj" fmla="val 5603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24695" y="56966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Kibana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324695" y="6187083"/>
            <a:ext cx="602551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Visualizes logs with dashboards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10164"/>
            <a:ext cx="70781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Docker Compose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359104"/>
            <a:ext cx="7556421" cy="2557820"/>
          </a:xfrm>
          <a:prstGeom prst="roundRect">
            <a:avLst>
              <a:gd name="adj" fmla="val 372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5935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Services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083957"/>
            <a:ext cx="708755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MongoDB (custom DB)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8224" y="3503414"/>
            <a:ext cx="708755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Kafka (KRaft mode)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28224" y="3922871"/>
            <a:ext cx="708755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Mongo Express (DB admin)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28224" y="4342328"/>
            <a:ext cx="708755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ELK Stack for logging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143738"/>
            <a:ext cx="7556421" cy="1775698"/>
          </a:xfrm>
          <a:prstGeom prst="roundRect">
            <a:avLst>
              <a:gd name="adj" fmla="val 536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3781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Summary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868591"/>
            <a:ext cx="708755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docker network for modular backend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28224" y="6344841"/>
            <a:ext cx="708755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Thank you for your attention!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2025-05-27T08:31:51Z</dcterms:created>
  <dcterms:modified xsi:type="dcterms:W3CDTF">2025-05-27T08:31:51Z</dcterms:modified>
</cp:coreProperties>
</file>